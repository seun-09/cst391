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Front-End Application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788920"/>
            <a:ext cx="45720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Oluwaseun Akerele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CST391 — JavaScript Web Application Development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|  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 |  Node.js / Express  |  MySQL  |  CRUD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is a full-stack consignment tracking web application built with Angular 17 and a Node.js/Express REST API backed by MySQL. It implements full CRUD operations on consignment shipment records.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56032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965960"/>
            <a:ext cx="2560320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5603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17, TypeScript, Angular HttpClient
</a:t>
            </a:r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
</a:t>
            </a:r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 |  Oluwaseun Akerele  |  CST391 — Milestone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1600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Angular Proxy 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6276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 was set up correctly but Angular wasn't forwarding /api calls to port 3000. Resolved by using the full direct URL http://localhost:3000 in the service layer.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70432"/>
            <a:ext cx="73152" cy="1600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 304 Not Modified / Caching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6276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cached API responses caused Angular's subscribe() not to fire on revisits. Fixed by appending a cache-busting timestamp (?t=Date.now()) to each GET request.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53512"/>
            <a:ext cx="73152" cy="1600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Angular Change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but UI didn't re-render after navigation. Fixed by injecting ChangeDetectorRef and calling detectChanges() after each subscribe callback.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95351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953512"/>
            <a:ext cx="73152" cy="1600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Missing Database Column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 returned 500 errors because the delivery_address column didn't exist. Fixed by running ALTER TABLE consignments ADD COLUMN delivery_address VARCHAR(255).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 |  Oluwaseun Akerele  |  CST391 — Milestone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— What Was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100584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21615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2161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30759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161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Consignment Form — fill fields, submit, auto-generates REF number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85953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01952"/>
            <a:ext cx="1005840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194767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19476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/consignments/:id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03911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4767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Details Page — click View, loads full record with status badge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33472"/>
            <a:ext cx="100584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3347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67919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6791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/consignments/:id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77063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67919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Consignment Form — pre-fills existing data, submit saves changes to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64992"/>
            <a:ext cx="85953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64992"/>
            <a:ext cx="10058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6499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4107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4107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/consignments/:id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350215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41071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button on details page — confirm dialog, removed instantly from list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96512"/>
            <a:ext cx="10058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9651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71600" y="41422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41422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34840" y="423367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14223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List Page — loads all records with color-coded status badges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 |  Oluwaseun Akerele  |  CST391 — Milestone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Bugs &amp; Known Issues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or access control. Any user can create, edit, or delete records. Out of scope for this milestone.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170432"/>
            <a:ext cx="54864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704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5179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 form allows empty submissions with no required field checks or error messages shown.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04872"/>
            <a:ext cx="54864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API URL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5234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base URL is hardcoded as http://localhost:3000. Must be moved to environment.ts for production.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404872"/>
            <a:ext cx="54864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Reference Numbers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75234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numbers are randomly generated (REF-XXXX). Could produce duplicates under concurrent load.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39312"/>
            <a:ext cx="54864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393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986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display in UTC. Should be converted to user's local timezone using Angular DatePipe.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639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639312"/>
            <a:ext cx="54864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6393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0680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Pagination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3986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consignments load at once. Will cause performance issues as data grows.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 |  Oluwaseun Akerele  |  CST391 — Milestone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61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API Before Wiring to Angular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6733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each endpoint works in the browser or Postman first. Isolates whether a bug is in the backend or frontend.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7043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28016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67528" y="1261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Angular Change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16733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doesn't always re-render after async calls. Use ChangeDetectorRef or async pipe to keep the view in sync.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0487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1460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4963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Files from Day 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29077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Hardcoding localhost:3000 works in dev but breaks in production. Use environment.ts files for all configurable URLs.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40487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51460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7528" y="24963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Caching Affects Single-Page Apps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5192" y="29077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Not Modified silently blocks data updates. Cache-busting query params (?t=Date.now()) are a simple effective fix.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39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3931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74904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" y="37307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Components with Mode Flags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142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ConsignmentFormComponent handled both Create and Edit via an isEditMode flag — reducing code duplication.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639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639312"/>
            <a:ext cx="7315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74904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67528" y="37307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DB Schema with API Changes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65192" y="4142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delivery_address column caused 500 errors. Schema changes must be coordinated with API and frontend updates.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 |  Oluwaseun Akerele  |  CST391 — Milestone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Samopel Logistics Hub — Milestone 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54864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Oluwaseun Akerele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CST391 — JavaScript Web Application Development  |  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 ·  Node.js  ·  Express  ·  MySQL  ·  REST API  ·  Full CRUD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Samopel Logistics Hub — Milestone 4</dc:title>
  <dc:subject>PptxGenJS Presentation</dc:subject>
  <dc:creator>Oluwaseun Akerele</dc:creator>
  <cp:lastModifiedBy>Oluwaseun Akerele</cp:lastModifiedBy>
  <cp:revision>1</cp:revision>
  <dcterms:created xsi:type="dcterms:W3CDTF">2026-03-06T05:23:54Z</dcterms:created>
  <dcterms:modified xsi:type="dcterms:W3CDTF">2026-03-06T05:23:54Z</dcterms:modified>
</cp:coreProperties>
</file>