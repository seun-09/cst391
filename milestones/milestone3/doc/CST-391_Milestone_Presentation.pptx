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Samopel Logistics Dispatch 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Oluwaseun Akerele</a:t>
            </a:r>
          </a:p>
          <a:p>
            <a:r>
              <a:t>CST-391 – Milestone 3</a:t>
            </a:r>
          </a:p>
          <a:p>
            <a:r>
              <a:t>Backend REST API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Samopel Logistics Dispatch Hub is a simple logistics web application</a:t>
            </a:r>
          </a:p>
          <a:p>
            <a:pPr lvl="1"/>
            <a:r>
              <a:t>Helps Samopel Logistic LLC track and manage delivery consignments</a:t>
            </a:r>
          </a:p>
          <a:p>
            <a:pPr lvl="1"/>
            <a:r>
              <a:t>Supports consignment tracking from pickup to drop off</a:t>
            </a:r>
          </a:p>
          <a:p>
            <a:pPr lvl="1"/>
            <a:r>
              <a:t>Backend REST APIs built using Express, TypeScript, and MySQL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Backend REST API implementation</a:t>
            </a:r>
          </a:p>
          <a:p>
            <a:pPr lvl="1"/>
            <a:r>
              <a:t>MySQL relational database integration</a:t>
            </a:r>
          </a:p>
          <a:p>
            <a:pPr lvl="1"/>
            <a:r>
              <a:t>CRUD operations for consignments</a:t>
            </a:r>
          </a:p>
          <a:p>
            <a:pPr lvl="1"/>
            <a:r>
              <a:t>API testing using Postman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Configuring Express with TypeScript correctly</a:t>
            </a:r>
          </a:p>
          <a:p>
            <a:pPr lvl="1"/>
            <a:r>
              <a:t>Handling request body parsing and validation</a:t>
            </a:r>
          </a:p>
          <a:p>
            <a:pPr lvl="1"/>
            <a:r>
              <a:t>Resolving MySQL authentication and connection issues</a:t>
            </a:r>
          </a:p>
          <a:p>
            <a:pPr lvl="1"/>
            <a:r>
              <a:t>Ensuring API responses matched database 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Pending Bugs or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Limited input validation on API requests</a:t>
            </a:r>
          </a:p>
          <a:p>
            <a:pPr lvl="1"/>
            <a:r>
              <a:t>Basic error handling could be expanded</a:t>
            </a:r>
          </a:p>
          <a:p>
            <a:pPr lvl="1"/>
            <a:r>
              <a:t>Authentication and authorization not implemented</a:t>
            </a:r>
          </a:p>
          <a:p>
            <a:pPr lvl="1"/>
            <a:r>
              <a:t>Scalability and performance not yet evaluated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Modular backend architecture improves maintainability</a:t>
            </a:r>
          </a:p>
          <a:p>
            <a:pPr lvl="1"/>
            <a:r>
              <a:t>Postman is effective for REST API testing</a:t>
            </a:r>
          </a:p>
          <a:p>
            <a:pPr lvl="1"/>
            <a:r>
              <a:t>Database verification increases reliability</a:t>
            </a:r>
          </a:p>
          <a:p>
            <a:pPr lvl="1"/>
            <a:r>
              <a:t>Clear separation of concerns simplifies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Milestone objectives successfully achieved</a:t>
            </a:r>
          </a:p>
          <a:p>
            <a:pPr lvl="1"/>
            <a:r>
              <a:t>Full CRUD functionality implemented and tested</a:t>
            </a:r>
          </a:p>
          <a:p>
            <a:pPr lvl="1"/>
            <a:r>
              <a:t>Backend foundation established for future milestones</a:t>
            </a:r>
          </a:p>
          <a:p>
            <a:pPr lvl="1"/>
            <a:r>
              <a:t>Project is ready for further enhancement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