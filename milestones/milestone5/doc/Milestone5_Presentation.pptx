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57200"/>
            <a:ext cx="640080" cy="640080"/>
          </a:xfrm>
          <a:prstGeom prst="rect">
            <a:avLst>
              <a:gd name="adj" fmla="val 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117"/>
                </a:solidFill>
              </a:rPr>
              <a:t>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475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Samopel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795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AA"/>
                </a:solidFill>
              </a:rPr>
              <a:t>LOGISTICS HUB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Milestone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React Front-End Development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AA"/>
                </a:solidFill>
              </a:rPr>
              <a:t>Samopel Consignment Tracking System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" y="3520440"/>
            <a:ext cx="16459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</a:rPr>
              <a:t>Oluwaseun Akerele  |  CST391  |  March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457200"/>
            <a:ext cx="2560320" cy="2560320"/>
          </a:xfrm>
          <a:prstGeom prst="ellipse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097280"/>
            <a:ext cx="1463040" cy="146304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4572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CST391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0" y="320040"/>
            <a:ext cx="2743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" cy="96012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</a:rPr>
              <a:t>Project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Milestone goals and technology 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457200" cy="96012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774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</a:rPr>
              <a:t>Application 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React + Express + MySQL three-tier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66160"/>
            <a:ext cx="457200" cy="96012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</a:rPr>
              <a:t>CRUD Features Demo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Create, Read, Update, Delete walkthrough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88720"/>
            <a:ext cx="457200" cy="96012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1887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</a:rPr>
              <a:t>Challenges Encountered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Issues faced and how they were resolved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77440"/>
            <a:ext cx="457200" cy="96012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3774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</a:rPr>
              <a:t>Bugs &amp; Known Issues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Pending items and technical debt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66160"/>
            <a:ext cx="457200" cy="96012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66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</a:rPr>
              <a:t>Lessons Learned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Key takeaways for future web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</a:rPr>
              <a:t>Build a React CRUD front-end for consignment tracking integrated with an existing Express REST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73152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</a:rPr>
              <a:t>Samopel Logistics Hub — a shipment tracking web app with full Create, Read, Update, Delete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Course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8587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</a:rPr>
              <a:t>CST391 – JavaScript Web Application Development  |  Milestone 5 of 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7840" y="1645920"/>
            <a:ext cx="274320" cy="2743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636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</a:rPr>
              <a:t>React 18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1636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Front-end UI framework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194560"/>
            <a:ext cx="274320" cy="2743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185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</a:rPr>
              <a:t>React Router v6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185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Client-side routing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2743200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734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</a:rPr>
              <a:t>Axios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2734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HTTP API calls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3291840"/>
            <a:ext cx="274320" cy="27432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282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3282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REST API server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3840480"/>
            <a:ext cx="274320" cy="27432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</a:rPr>
              <a:t>MySQL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3831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Relational database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4389120"/>
            <a:ext cx="274320" cy="2743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4379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E"/>
                </a:solidFill>
              </a:rPr>
              <a:t>Node.js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4379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Runtime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Application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1A1D2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91440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96F3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 App  |  localhost:3001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NavBar · ConsignmentList · ConsignmentDetail · ConsignmentForm · consignmentService (Axios)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194560"/>
            <a:ext cx="73152" cy="182880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23160"/>
            <a:ext cx="8412480" cy="1005840"/>
          </a:xfrm>
          <a:prstGeom prst="rect">
            <a:avLst/>
          </a:prstGeom>
          <a:solidFill>
            <a:srgbClr val="1A1D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23160"/>
            <a:ext cx="9144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</a:rPr>
              <a:t>API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Express.js REST API  |  localhost:3000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081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GET · POST · PUT · DELETE  /api/consignments  |  CORS enabled  |  JSON responses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429000"/>
            <a:ext cx="73152" cy="182880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1A1D2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57600"/>
            <a:ext cx="91440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AF50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MySQL Database  |  localhost:3306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315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Database: cst391  |  Table: consignments  |  7 columns including id, reference_number, status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CRUD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058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1188720"/>
            <a:ext cx="685800" cy="256032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1887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/api/consignments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ConsignmentForm.js renders a form with fields for reference number, sender, receiver, delivery address, and status. Submits via Axios POST.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39112"/>
            <a:ext cx="1005840" cy="8686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3911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63040" y="2176272"/>
            <a:ext cx="685800" cy="256032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1762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2176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/api/consignments  &amp;  /:id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4963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ConsignmentList.js fetches and displays all records in a styled table. ConsignmentDetail.js shows a single record with color-coded status badges.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26664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26664"/>
            <a:ext cx="1005840" cy="8686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2666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63040" y="3163824"/>
            <a:ext cx="685800" cy="256032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1638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/api/consignments/:id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34838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Edit button navigates to ConsignmentForm.js in edit mode. Form is pre-filled via getConsignmentById(). Submits via Axios PUT.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14216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014216"/>
            <a:ext cx="1005840" cy="86868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14216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463040" y="4151376"/>
            <a:ext cx="685800" cy="256032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41513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40280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/api/consignments/:id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63040" y="447141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Delete button in both List and Detail views triggers a confirm dialog. On confirm, Axios DELETE removes the record and UI updates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Challenges Encountered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206240" cy="36576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274320" cy="274320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MySQL Authentication Error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4336"/>
                </a:solidFill>
              </a:rPr>
              <a:t>Problem: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API crashed on startup with ER_ACCESS_DENIED_ERROR (port 3306).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Solution: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Updated server.js with correct MySQL credentials and database name (cst391).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4206240" cy="36576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143000"/>
            <a:ext cx="274320" cy="27432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Wrong Column Names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</a:rPr>
              <a:t>Problem: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Initial components used productName/category/price but database had reference_number/sender_name/receiver_name.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Solution: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Refactored all components and service to match the actual MySQL schema from Milestone 4.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71800"/>
            <a:ext cx="4206240" cy="36576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017520"/>
            <a:ext cx="274320" cy="2743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PowerShell Incompatibility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429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Problem: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Bash commands (&amp;&amp;, touch) failed in Windows PowerShell terminal.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Solution: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Switched to PowerShell equivalents: semicolons and New-Item for file/folder creation.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71800"/>
            <a:ext cx="4206240" cy="36576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017520"/>
            <a:ext cx="274320" cy="2743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CORS Blocked API Calls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429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Problem: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React (port 3001) could not reach the Express API (port 3000) due to missing CORS headers.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Solution: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1500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Added cors npm package and app.use(cors()) middleware to the Express server.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Pending Bugs &amp; Known Issues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52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</a:rPr>
              <a:t>Manual Reference Number Entry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822960" cy="2286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Users must manually type reference numbers. No auto-generation or uniqueness validation is implemented.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65376"/>
            <a:ext cx="7315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</a:rPr>
              <a:t>No Input Validation Feedback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956816"/>
            <a:ext cx="822960" cy="2286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9568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2128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Form only uses HTML5 'required' attribute. No live error messages or format enforcement is shown to the user.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33472"/>
            <a:ext cx="73152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88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</a:rPr>
              <a:t>No User Authentication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2724912"/>
            <a:ext cx="822960" cy="228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724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980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Any user can access all CRUD operations without logging in. Authentication is out of scope for this milestone.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0156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01568"/>
            <a:ext cx="73152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</a:rPr>
              <a:t>No Pagination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3493008"/>
            <a:ext cx="822960" cy="228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493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7490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All records are loaded at once. For large datasets, this could cause performance issues.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69664"/>
            <a:ext cx="73152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E"/>
                </a:solidFill>
              </a:rPr>
              <a:t>No Search or Filter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4261104"/>
            <a:ext cx="822960" cy="228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42611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5171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There is no search bar or filter control on the list view. Users must scroll through all records to find specific entries.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Lessons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206240" cy="1143000"/>
          </a:xfrm>
          <a:prstGeom prst="rect">
            <a:avLst/>
          </a:prstGeom>
          <a:solidFill>
            <a:srgbClr val="1A1D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Schema Alignment is Critical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The front-end must match the exact database column names. Mismatched field names silently fail CRUD operations and cause hard-to-debug issues.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06240" cy="1143000"/>
          </a:xfrm>
          <a:prstGeom prst="rect">
            <a:avLst/>
          </a:prstGeom>
          <a:solidFill>
            <a:srgbClr val="1A1D2E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188720"/>
            <a:ext cx="365760" cy="36576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CORS Must Be Configured Early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When running front-end and back-end on different ports, CORS must be explicitly enabled on the API server. This should be one of the first setup steps.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206240" cy="1143000"/>
          </a:xfrm>
          <a:prstGeom prst="rect">
            <a:avLst/>
          </a:prstGeom>
          <a:solidFill>
            <a:srgbClr val="1A1D2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1460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Environment Matters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Development tools like bash commands behave differently on Windows PowerShell. Always verify terminal commands for the correct shell environment.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206240" cy="1143000"/>
          </a:xfrm>
          <a:prstGeom prst="rect">
            <a:avLst/>
          </a:prstGeom>
          <a:solidFill>
            <a:srgbClr val="1A1D2E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2514600"/>
            <a:ext cx="365760" cy="3657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468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is Backend-Friendly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React's component-based, modular structure maps naturally to backend thinking about reusable, testable code. The mental model transfers well.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206240" cy="1143000"/>
          </a:xfrm>
          <a:prstGeom prst="rect">
            <a:avLst/>
          </a:prstGeom>
          <a:solidFill>
            <a:srgbClr val="1A1D2E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840480"/>
            <a:ext cx="365760" cy="36576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Front-End Supports Back-End Quality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Understanding front-end data flow makes back-end APIs more intuitive to design. Seeing how the UI consumes the API clarifies what the API must return.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206240" cy="1143000"/>
          </a:xfrm>
          <a:prstGeom prst="rect">
            <a:avLst/>
          </a:prstGeom>
          <a:solidFill>
            <a:srgbClr val="1A1D2E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840480"/>
            <a:ext cx="365760" cy="365760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 Consistency Across Milestones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Preserving the same dark theme and component structure across Angular and React milestones improved code quality and made migration more manageable.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96512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82880"/>
            <a:ext cx="2011680" cy="201168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Milestone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Complete.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011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96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React CRUD app fully functional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43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Connected to MySQL via Express REST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91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Dark theme matching Milestone 4 preserved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38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All 5 deliverables ready for submission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</a:rPr>
              <a:t>Oluwaseun Akerele  |  CST391  |  March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5 – React Front-End</dc:title>
  <dc:subject>PptxGenJS Presentation</dc:subject>
  <dc:creator>Oluwaseun Akerele</dc:creator>
  <cp:lastModifiedBy>Oluwaseun Akerele</cp:lastModifiedBy>
  <cp:revision>1</cp:revision>
  <dcterms:created xsi:type="dcterms:W3CDTF">2026-03-14T21:15:20Z</dcterms:created>
  <dcterms:modified xsi:type="dcterms:W3CDTF">2026-03-14T21:15:20Z</dcterms:modified>
</cp:coreProperties>
</file>